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53"/>
  </p:normalViewPr>
  <p:slideViewPr>
    <p:cSldViewPr snapToGrid="0" snapToObjects="1">
      <p:cViewPr>
        <p:scale>
          <a:sx n="104" d="100"/>
          <a:sy n="104" d="100"/>
        </p:scale>
        <p:origin x="83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F1C2-A3EF-9646-8578-D7F5DB80F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C410C-EE3A-634B-A785-A6C41271B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81CC1-4C6C-8A4D-953C-97A9D4AD8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63E04-2BDD-C542-A43B-6AA91E68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C04C9-EBB8-5649-B737-9B674A90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1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DD1C-90EB-E543-9E64-FBD096CA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FC2F-20F3-544F-8DE5-A188E9BE6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36EAB-9ECD-3140-98C2-D3B77D50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D81EC-187F-C043-B9F1-02DF750B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523A1-3196-9C4E-9A15-4BE67453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7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C521-961C-CC41-8731-6DB4C7736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00397-B828-B14E-ACF6-7D4A09587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3D821-5E89-124D-A3DF-296AA7A2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AC9DA-1C40-F644-91DA-5F88E22B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80929-C33B-A240-8578-B883705B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1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16B43-AF77-C748-A91C-1EDF1363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FD8A8-7B1F-2248-801B-9106A3CB7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B0BFF-65F0-2A45-BB53-66B574947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A0DF9-900E-4949-A445-BB93FD4F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B6803-C9BE-C54E-8640-590B028B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351EA-527B-AB47-8ABC-D9324AC4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1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A7CC-36AB-EF4A-A8FA-D7502B3C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2BF8-4C6D-414B-B94F-7F4D2DA28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2F821-F843-B548-B37B-C16B0CCF4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3E5C5-6566-DC4E-BD34-B55A5F96A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5ECC7-C65C-D443-83AD-3520FED31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F4A474-5938-FD4B-9076-D448B01D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5D0379-8682-7648-A880-4AD9C998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1D186-2D38-814C-B815-38D87D81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1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CAF1-31CE-394A-9EB1-827222A33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8323D-4AA8-F54A-8AC2-76FC8F82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331BB-86CE-414E-84A0-F36AB307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B933F-1FEF-7440-8BC6-0C5EB463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4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DA26A-A295-9242-8731-0FA294B4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B3AF6-63E6-8547-8CF6-2BF93720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71F81-7FA8-E448-A81A-49C46094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67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662F-C4D3-3647-95E3-58BEDBF5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5D07B-DF99-054A-A47C-F5CC0C202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B97F7-6624-274D-A48D-D89D3ABBF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D30DF-ABF4-814A-98C6-C3F37A51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E4D19-532D-9241-B7C8-ABE1334A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C603D-B324-974A-8C14-35B3C1BD2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9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3716-505C-EE49-9417-E46092B45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87139-C7BF-B041-881A-C768417A1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22F57-C255-CF4C-8946-26CA09470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6007E-1822-3E4E-B721-F2655FEE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D0B1A-FB67-4649-A055-46DA2E1B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46B12-7C1E-F74A-A31D-67D004AC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73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402F-4AC3-824B-8786-0EA8A073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0A0BA-2B90-2A47-8326-DD4D5EB15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9D74-011B-1B43-B759-FF8BEDB7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0A6AF-C189-6B42-A0DA-74DE433C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25B43-2019-B745-9575-493479BF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7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1FE54-D507-FE47-A2F1-B0518D149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285B0-379B-2445-915D-DE9907C09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6F65-E1B0-0440-891C-3893A0DE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17972-3042-B241-9908-28B6D8DF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D0B57-7329-D245-8E56-920C5CB5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5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09FFF-BD1B-B045-ADA7-F2141000E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A491B-326B-5640-A8B9-5CA914714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A031D-5962-224C-B36D-A3F476BA9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0739-31F6-6647-83EA-BEC7E43389DB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7D265-EF70-8F48-BBDA-49C085FEB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7073B-D12D-BF4D-B4FF-44E5C260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6C83B-B455-1649-B0DE-60458649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1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FBD148-FAD6-4047-9D5E-DAC4D8DF5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02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5D75CB-225B-4540-B96E-E1F5A4947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4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7A6300-67BF-D141-8DD4-64AC39DCE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8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E728F0-ED84-7342-8514-4DC779EE6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628"/>
            <a:ext cx="12191999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42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26D5FA-E360-654C-A235-6EAC6FE67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7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9538CE-FF91-7C4E-BF09-A9CF3D6C1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9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3017D4-B991-F142-A931-8395E8DB4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12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5321FB-DE49-2A42-91FA-3A5EEF26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1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7525BD-6308-684F-86DE-4F066CF3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3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2026-09-19T06:46:30Z</dcterms:created>
  <dcterms:modified xsi:type="dcterms:W3CDTF">2026-09-19T09:07:33Z</dcterms:modified>
</cp:coreProperties>
</file>